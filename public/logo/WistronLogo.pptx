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8" r:id="rId4"/>
    <p:sldId id="259" r:id="rId5"/>
    <p:sldId id="260" r:id="rId6"/>
    <p:sldId id="264" r:id="rId7"/>
    <p:sldId id="265" r:id="rId8"/>
    <p:sldId id="266" r:id="rId9"/>
    <p:sldId id="267" r:id="rId10"/>
    <p:sldId id="269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308" y="6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BAC440-0DEB-D9A7-9B89-E6A4530D6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C98199F-A93C-3FED-39C8-3AF1D09C1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A664B8-6C54-4787-354F-8A19A7BDE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7D459-7263-4383-996E-C4AD9E5436F6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438602-FAA0-7EF3-843B-A48249456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D54E71-2CE1-DA56-01C7-9284B8F4F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A0295-BF08-430C-A8AA-733227681F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4792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FDAF93-4DDD-4AC7-7A12-9811F8249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02E027-D12F-BF1A-67E8-87742CD7A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70AEEB-3AF9-0083-09F1-81D2AEBF3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7D459-7263-4383-996E-C4AD9E5436F6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72231C-4FCA-8522-B6D4-A0728B7B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641E69-AF27-3A07-9BC0-25523AF9E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A0295-BF08-430C-A8AA-733227681F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265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3E1421-8A42-03F4-900A-1B816B827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642A1CC-2F7E-AA42-6685-7A50B29D3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575C3B-BEC2-0E8C-F040-5766008D1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7D459-7263-4383-996E-C4AD9E5436F6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CE0C02-B3D3-2D0D-DFB9-4ACCD0A22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723C38-489D-031D-1432-403706AB5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A0295-BF08-430C-A8AA-733227681F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3310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BCCC0A-2884-0614-55F6-C3EEEDAF8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48CD39-869D-E30D-67CA-3800C95869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F8FE60B-19AE-0D74-8034-434E61443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C48FFB3-753A-8E13-358E-D669F9BAF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7D459-7263-4383-996E-C4AD9E5436F6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5E4B78-966D-9C52-0306-E0F978A46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477956-FCA3-52AA-E070-40E56F7F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A0295-BF08-430C-A8AA-733227681F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6909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851D0A-A499-EF7D-690F-086E1817C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2502BE8-DB73-A2C6-715A-9E9C0D4E2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DBD4A3F-3F89-B8C5-E94C-CF22C8CE8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901ACFC-981B-1016-A9F2-3F55499A01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A71BC1D-E879-CF99-71B8-1EE7652A9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E3A801A-017B-597B-E1E2-7024CEE42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7D459-7263-4383-996E-C4AD9E5436F6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2EC3121-33BA-2C01-E5E6-F14A5ACE3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019BCEB-E2B4-A867-E522-8C6864B29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A0295-BF08-430C-A8AA-733227681F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246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3A8150-E76A-4987-0C51-E323E4206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1AD7447-7D06-B4AE-2230-FA9AF7B66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7D459-7263-4383-996E-C4AD9E5436F6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E554AEB-901E-2A94-4CD5-E407B51D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717D5DB-6296-C423-8D4D-571FE34B2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A0295-BF08-430C-A8AA-733227681F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219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61B5C63-3A55-8EA1-0AE5-2BFD11CFB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7D459-7263-4383-996E-C4AD9E5436F6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EAACD6E-CE09-3387-20CB-70048F22E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F1A256A-4D78-6C51-B0AA-29A2489E2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A0295-BF08-430C-A8AA-733227681F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7324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C58E1B-2EEA-8D81-6BE7-7B2FB906B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A5363E-1338-D69F-CEAB-60256DA83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F72C6BE-EA3D-40EB-DBB9-24343C84F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EAF5774-0075-5D6F-221B-E463EEA3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7D459-7263-4383-996E-C4AD9E5436F6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EC2E61-FBA7-AE8A-017B-0FDEC1724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50D5704-E087-9341-4CF1-76E757EDF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A0295-BF08-430C-A8AA-733227681F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177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115AFA-52EF-27AF-14BE-F59D86DEC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3E52B07-C28B-23CA-BFE1-C181364950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D761D8B-A3FA-ECE6-1377-893793A20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C66160F-AA90-DB48-79B3-BEAD9CC44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7D459-7263-4383-996E-C4AD9E5436F6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8846EA0-0A86-46A6-8C51-1B4FD2695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EF2EBB9-2F5C-AA4B-5A51-68439744F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A0295-BF08-430C-A8AA-733227681F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0211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D8C23D-A9C4-126D-6C40-C94514BA1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E002C19-E625-F6A1-A18E-1890A3D26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F7CB5E-B44E-144A-9912-AEBC8F38A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7D459-7263-4383-996E-C4AD9E5436F6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F3AC40-A353-0FB7-9D86-CC4E8117E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AA911A-076A-7C40-8106-670634C05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A0295-BF08-430C-A8AA-733227681F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1480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C2BD574-F2B5-84D6-BDC4-7FF3306EF4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66FACD0-ED03-CC9C-E049-106B2AC87D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F0E931-94DF-25BE-A940-87C6B59C3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7D459-7263-4383-996E-C4AD9E5436F6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3AE0A0-6F78-4608-C05A-476A32CB0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9471F1-B702-33FF-6237-B37163D0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A0295-BF08-430C-A8AA-733227681F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2022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CFD13F7-F1F5-4478-9101-2725A8525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F395309-A731-2B9B-0C52-AD3277DD5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A53BCF-A6B1-FB3D-7F63-25B51CE192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D7D459-7263-4383-996E-C4AD9E5436F6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AC48F7-5FCC-E991-01C7-CE14D195F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E6FCA7-E924-EC5B-C60B-FF79A04D1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8A0295-BF08-430C-A8AA-733227681F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0311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106ADE-8E6C-75E2-90C4-31A3A81AAB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1AAAD41-9696-A284-5963-B22DB06690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ED33B65-DE6D-DEB9-4C9A-137CD420A1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00"/>
          <a:stretch>
            <a:fillRect/>
          </a:stretch>
        </p:blipFill>
        <p:spPr>
          <a:xfrm>
            <a:off x="138909" y="663684"/>
            <a:ext cx="11914181" cy="557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153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D56FC-2D1E-BC68-4D1B-F9AB2A061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iwynn - Data Center Solutions, Cooling, and AI">
            <a:extLst>
              <a:ext uri="{FF2B5EF4-FFF2-40B4-BE49-F238E27FC236}">
                <a16:creationId xmlns:a16="http://schemas.microsoft.com/office/drawing/2014/main" id="{E8792373-795B-1F60-D3A3-70D9C2EDD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61" y="2075767"/>
            <a:ext cx="10496477" cy="270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1712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B24FF-3A61-C1D4-87B0-7608805D1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台湾エクセレンス Taiwan Excellence - JP">
            <a:extLst>
              <a:ext uri="{FF2B5EF4-FFF2-40B4-BE49-F238E27FC236}">
                <a16:creationId xmlns:a16="http://schemas.microsoft.com/office/drawing/2014/main" id="{7630CD64-DB19-827B-CDD6-D0CB97A7F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349" y="1505361"/>
            <a:ext cx="7694556" cy="3847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9097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7381B-735A-074F-ED03-14E19E90B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KGI Financial">
            <a:extLst>
              <a:ext uri="{FF2B5EF4-FFF2-40B4-BE49-F238E27FC236}">
                <a16:creationId xmlns:a16="http://schemas.microsoft.com/office/drawing/2014/main" id="{63279043-847B-D9D9-9DCB-596F66DB9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105" y="2132044"/>
            <a:ext cx="9409242" cy="2606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2981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4" name="Picture 8" descr="I'm excited to announce that I'll be joining CDIB Capital International  Corporation in New York City as a Summer Analyst this 2024! This will be a  great opportunity for me to get">
            <a:extLst>
              <a:ext uri="{FF2B5EF4-FFF2-40B4-BE49-F238E27FC236}">
                <a16:creationId xmlns:a16="http://schemas.microsoft.com/office/drawing/2014/main" id="{1200DE06-4754-0482-382E-B33163870F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" r="1316"/>
          <a:stretch>
            <a:fillRect/>
          </a:stretch>
        </p:blipFill>
        <p:spPr bwMode="auto">
          <a:xfrm>
            <a:off x="1610903" y="1872318"/>
            <a:ext cx="8936327" cy="311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8663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BEEEE-12E9-30F8-B167-17685C312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F2759BC6-9B80-6636-8BCC-2A67D6E5BF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8194" name="Picture 2" descr="Lite-On Technology Corporation - Open Charge Alliance">
            <a:extLst>
              <a:ext uri="{FF2B5EF4-FFF2-40B4-BE49-F238E27FC236}">
                <a16:creationId xmlns:a16="http://schemas.microsoft.com/office/drawing/2014/main" id="{46163C2B-7BF0-1CD1-9196-BCCB5BDAA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98" y="1420063"/>
            <a:ext cx="11419204" cy="4017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759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E730C-2EF2-6003-A1AE-891AC89B7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2035 E-Mobility Taiwan-Exhibitor Info.-ANJET CORPORATION">
            <a:extLst>
              <a:ext uri="{FF2B5EF4-FFF2-40B4-BE49-F238E27FC236}">
                <a16:creationId xmlns:a16="http://schemas.microsoft.com/office/drawing/2014/main" id="{0EC87D6E-FF63-933A-82C3-FE4C90188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93" y="318398"/>
            <a:ext cx="8305615" cy="6221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1016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4E2A5-A3AD-B082-92C3-7722934D3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株式会社産学連携機構九州（福岡県福岡市 / 未上場）の会社概要｜Baseconnect">
            <a:extLst>
              <a:ext uri="{FF2B5EF4-FFF2-40B4-BE49-F238E27FC236}">
                <a16:creationId xmlns:a16="http://schemas.microsoft.com/office/drawing/2014/main" id="{76842280-8DE3-A962-2B52-FC69285150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9" r="688" b="1745"/>
          <a:stretch>
            <a:fillRect/>
          </a:stretch>
        </p:blipFill>
        <p:spPr bwMode="auto">
          <a:xfrm>
            <a:off x="614036" y="1734207"/>
            <a:ext cx="10888486" cy="3417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4839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選ばれた人だけのハイクラス転職サイト【ビズリーチ】">
            <a:extLst>
              <a:ext uri="{FF2B5EF4-FFF2-40B4-BE49-F238E27FC236}">
                <a16:creationId xmlns:a16="http://schemas.microsoft.com/office/drawing/2014/main" id="{6AF9C163-23B1-D484-C5B4-98AEE2F6FF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46" b="26809"/>
          <a:stretch>
            <a:fillRect/>
          </a:stretch>
        </p:blipFill>
        <p:spPr bwMode="auto">
          <a:xfrm>
            <a:off x="1605489" y="1529123"/>
            <a:ext cx="8981023" cy="3982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863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94531-D329-82B8-28E3-D76621CED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クラフティア（旧：九電工）の新卒採用・就職・会社概要とクチコミ｜就活サイト【ワンキャリア】">
            <a:extLst>
              <a:ext uri="{FF2B5EF4-FFF2-40B4-BE49-F238E27FC236}">
                <a16:creationId xmlns:a16="http://schemas.microsoft.com/office/drawing/2014/main" id="{E04B838C-8323-01D5-C826-C466049E2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386" y="227386"/>
            <a:ext cx="6403229" cy="640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550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小坂 幸太郎</dc:creator>
  <cp:lastModifiedBy>小坂 幸太郎</cp:lastModifiedBy>
  <cp:revision>2</cp:revision>
  <dcterms:created xsi:type="dcterms:W3CDTF">2025-10-14T10:53:44Z</dcterms:created>
  <dcterms:modified xsi:type="dcterms:W3CDTF">2025-10-14T11:50:45Z</dcterms:modified>
</cp:coreProperties>
</file>