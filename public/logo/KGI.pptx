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5125700" cy="10693400"/>
  <p:notesSz cx="151257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808" y="1068"/>
      </p:cViewPr>
      <p:guideLst>
        <p:guide orient="horz" pos="2880"/>
        <p:guide pos="2160"/>
        <p:guide orient="horz"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4356" y="3305111"/>
            <a:ext cx="6396037" cy="22389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181C1D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28712" y="5970524"/>
            <a:ext cx="5267325" cy="2665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47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476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282" y="6892"/>
            <a:ext cx="4916170" cy="62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181C1D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6237" y="2452179"/>
            <a:ext cx="6772275" cy="7036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58415" y="9915335"/>
            <a:ext cx="2407920" cy="533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6237" y="9915335"/>
            <a:ext cx="1730692" cy="533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7820" y="9915335"/>
            <a:ext cx="1730692" cy="533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937AE8D-DA60-42A0-528B-73FACD0B9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19" y="3576433"/>
            <a:ext cx="13749863" cy="354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2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0</Words>
  <Application>Microsoft Office PowerPoint</Application>
  <PresentationFormat>ユーザー設定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PMingLiU</vt:lpstr>
      <vt:lpstr>Arial</vt:lpstr>
      <vt:lpstr>Calibri</vt:lpstr>
      <vt:lpstr>Office Theme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幸太郎小坂</dc:creator>
  <cp:lastModifiedBy>小坂 幸太郎</cp:lastModifiedBy>
  <cp:revision>2</cp:revision>
  <dcterms:created xsi:type="dcterms:W3CDTF">2025-10-23T23:16:34Z</dcterms:created>
  <dcterms:modified xsi:type="dcterms:W3CDTF">2025-10-24T00:07:53Z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2024-05-30T00:00:00Z</vt:filetime>
  </property>
  <property fmtid="{D5CDD505-2E9C-101B-9397-08002B2CF9AE}" pid="3" name="Creator">
    <vt:lpwstr>Adobe Acrobat Standard 2017 17.12.30262</vt:lpwstr>
  </property>
  <property fmtid="{D5CDD505-2E9C-101B-9397-08002B2CF9AE}" pid="4" name="LastSaved">
    <vt:filetime>2025-10-23T00:00:00Z</vt:filetime>
  </property>
  <property fmtid="{D5CDD505-2E9C-101B-9397-08002B2CF9AE}" pid="5" name="Producer">
    <vt:lpwstr>Adobe Acrobat Standard 2017 17.12.30262</vt:lpwstr>
  </property>
</Properties>
</file>