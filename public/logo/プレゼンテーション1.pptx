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0" d="100"/>
          <a:sy n="50" d="100"/>
        </p:scale>
        <p:origin x="6708" y="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4B8809-EF66-15DB-BAE8-CB9BC2D47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A6B2F1-6ED6-ED55-D4D8-B18E72015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0A9401-847C-0FF8-2C16-19B05CCE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F00722-FF94-B377-4A57-E60FB7F1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751014-874C-BD72-54F9-E9B01871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15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F9E4A-FCF5-8CF4-DC7E-A0845E8D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73CF86-8BBE-5400-5FF2-1214C6445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80268D-5865-7758-C789-273BB157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052788-D3CF-35E5-21E3-44162564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696199-B84E-D7FE-6559-170FB479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5428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C6CF2-AD45-2553-87DB-6173BCD8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F459DE-D5D0-5AC5-D426-33B55ACFF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D4D07B-9C32-DBC1-2940-457E3075E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8B5A3D-1563-7A7E-8908-2E4DA876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8B2468-CC9C-2265-FD9C-3C65685E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266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853EB0-F318-0422-B5DA-2F557B6B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C953AE-B4A3-27BA-C17A-1F714CC66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E310A4-2C8A-F98B-3E94-EDFD32411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DDE753-119A-DCC8-079E-78D14F079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F5DF3E2-49D8-ECF2-B310-3519F8A0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C1D9CB-80FB-32CB-C666-9EECFF38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04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DF27B-227E-D1E1-93BE-80155C54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1AECAD-0BE1-F871-8F6B-0F310228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B80539-FDD9-209E-9710-9E3D79E3B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7F8731-5EAF-9134-640B-A274816C0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A22A87-8FE3-9A4E-B342-E70111ACE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0389F6-CDD0-422A-2A83-393EE931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8E8B70E-A1C1-E9DE-4427-517E2D11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1F0A91-BAC8-6E69-7650-FFBAB420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111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04D04-BEC9-CB55-F343-80F43E20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9B5460-F131-B0B1-6020-349ACEDE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61F56D8-5645-6F4B-6B30-49E8F93F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2E9116-EB12-7B48-8E07-FEBDE7BA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8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66F210-85CC-0589-DB24-317F6E46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6C5E780-FA73-DE32-8550-11D2242D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8B8140-2146-F5CB-D50F-2B6DC34B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69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1AD59-7671-B0AC-9628-50FB2208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C5AAB2-28A3-D872-B323-BAD1BD426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146C06-4320-5463-68B1-7160A0841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887FDE-B6D2-9F82-012A-7ADA21CD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02A679-6EFD-A63D-4B6A-B92456C0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4ED770-B442-A66F-AD41-9A35CD30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7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ADD1F7-4F19-4055-C3F6-792359BD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B69BDD-625B-D494-8F03-C223675DB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C294F5-F555-396D-4048-7B8EEEBB2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6D0619-0592-95B0-D493-8ACD3DA7C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AA62DB-1BCB-7EF5-58F3-46C57026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C1D6B6-BE0D-6D8F-F3B4-04DE9F1A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29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89A3AC-E5DA-C13A-26D1-F1A07B76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AD6321-4C3D-4F2E-B402-AF4AB8162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C079D2-058B-F001-7C82-B9671E2A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A78849-3576-D73C-8AEC-D0F0D07B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9ADF3E-5718-58E9-94D4-84B1C9F3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4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770617F-4376-596E-268D-A6D4B26E8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43D87E-A69F-7654-6C49-790002E04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531F9E-825E-BC5D-2BD4-94C1C281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D0C364-35BB-BDB3-629C-7ED8D106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BCF924-64B2-2461-32D0-4E5E11D1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930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5E34E5-EB5A-5CA3-C2B1-AA46A5EFE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3ED49B-CC84-8E71-5CE6-288A3D6BC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688FF6-29F7-B22E-BE35-86A9F902A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494F9-5D3F-4A05-BC27-A2E1EDC718C7}" type="datetimeFigureOut">
              <a:rPr kumimoji="1" lang="ja-JP" altLang="en-US" smtClean="0"/>
              <a:t>2026/4/20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FAF9EC-A0DF-9A16-DBCF-349D34FB0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FEB6B1-BABB-225D-AFAD-3A8941CA5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67E6A-DEED-45ED-9C5E-523F0D2556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02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The image depicts a circular logo featuring a green circle with a white, stylized S-shaped line inside it.&#10;&#10;AI 生成コンテンツは誤りを含む可能性があります。">
            <a:extLst>
              <a:ext uri="{FF2B5EF4-FFF2-40B4-BE49-F238E27FC236}">
                <a16:creationId xmlns:a16="http://schemas.microsoft.com/office/drawing/2014/main" id="{B917FA81-7309-30EF-7FC6-5C1451D77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80" y="2619218"/>
            <a:ext cx="1657820" cy="161956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B62062-13C9-5B88-FE2B-6A90E7424D74}"/>
              </a:ext>
            </a:extLst>
          </p:cNvPr>
          <p:cNvSpPr txBox="1"/>
          <p:nvPr/>
        </p:nvSpPr>
        <p:spPr>
          <a:xfrm>
            <a:off x="2791320" y="2792231"/>
            <a:ext cx="97493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8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信</a:t>
            </a:r>
            <a:r>
              <a:rPr kumimoji="1" lang="ja-JP" altLang="en-US" sz="24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88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越</a:t>
            </a:r>
            <a:r>
              <a:rPr kumimoji="1" lang="ja-JP" altLang="en-US" sz="24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88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科</a:t>
            </a:r>
            <a:r>
              <a:rPr kumimoji="1" lang="ja-JP" altLang="en-US" sz="24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88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学</a:t>
            </a:r>
            <a:r>
              <a:rPr kumimoji="1" lang="ja-JP" altLang="en-US" sz="24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88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産</a:t>
            </a:r>
            <a:r>
              <a:rPr kumimoji="1" lang="ja-JP" altLang="en-US" sz="24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88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業</a:t>
            </a:r>
          </a:p>
        </p:txBody>
      </p:sp>
    </p:spTree>
    <p:extLst>
      <p:ext uri="{BB962C8B-B14F-4D97-AF65-F5344CB8AC3E}">
        <p14:creationId xmlns:p14="http://schemas.microsoft.com/office/powerpoint/2010/main" val="396238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ADB5-54C2-5C20-49CB-09D34759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The image depicts a circular logo featuring a green circle with a white, stylized S-shaped line inside it.&#10;&#10;AI 生成コンテンツは誤りを含む可能性があります。">
            <a:extLst>
              <a:ext uri="{FF2B5EF4-FFF2-40B4-BE49-F238E27FC236}">
                <a16:creationId xmlns:a16="http://schemas.microsoft.com/office/drawing/2014/main" id="{364A4BF3-92AF-66D5-83D1-78ADE8539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0" y="2868627"/>
            <a:ext cx="1147220" cy="112074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BBBA562-A111-7CFC-EA36-4E2A0359912C}"/>
              </a:ext>
            </a:extLst>
          </p:cNvPr>
          <p:cNvSpPr txBox="1"/>
          <p:nvPr/>
        </p:nvSpPr>
        <p:spPr>
          <a:xfrm>
            <a:off x="1644100" y="2908346"/>
            <a:ext cx="10547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信</a:t>
            </a:r>
            <a:r>
              <a:rPr kumimoji="1"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越</a:t>
            </a:r>
            <a:r>
              <a:rPr kumimoji="1"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科</a:t>
            </a:r>
            <a:r>
              <a:rPr kumimoji="1"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学</a:t>
            </a:r>
            <a:r>
              <a:rPr kumimoji="1"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産</a:t>
            </a:r>
            <a:r>
              <a:rPr kumimoji="1"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業</a:t>
            </a:r>
            <a:r>
              <a:rPr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株</a:t>
            </a:r>
            <a:r>
              <a:rPr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式</a:t>
            </a:r>
            <a:r>
              <a:rPr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会</a:t>
            </a:r>
            <a:r>
              <a:rPr lang="ja-JP" altLang="en-US" sz="1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kumimoji="1" lang="ja-JP" altLang="en-US" sz="6600" dirty="0">
                <a:solidFill>
                  <a:srgbClr val="1B5E20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社</a:t>
            </a:r>
          </a:p>
        </p:txBody>
      </p:sp>
    </p:spTree>
    <p:extLst>
      <p:ext uri="{BB962C8B-B14F-4D97-AF65-F5344CB8AC3E}">
        <p14:creationId xmlns:p14="http://schemas.microsoft.com/office/powerpoint/2010/main" val="270621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游明朝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小坂 幸太郎</dc:creator>
  <cp:lastModifiedBy>小坂 幸太郎</cp:lastModifiedBy>
  <cp:revision>1</cp:revision>
  <dcterms:created xsi:type="dcterms:W3CDTF">2026-04-20T10:42:40Z</dcterms:created>
  <dcterms:modified xsi:type="dcterms:W3CDTF">2026-04-20T10:59:01Z</dcterms:modified>
</cp:coreProperties>
</file>