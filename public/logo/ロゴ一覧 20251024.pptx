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5125700" cy="10693400"/>
  <p:notesSz cx="151257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384" y="60"/>
      </p:cViewPr>
      <p:guideLst>
        <p:guide orient="horz" pos="2880"/>
        <p:guide pos="2160"/>
        <p:guide orient="horz" pos="336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4356" y="3305111"/>
            <a:ext cx="6396037" cy="223894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181C1D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28712" y="5970524"/>
            <a:ext cx="5267325" cy="26654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476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368" userDrawn="1">
          <p15:clr>
            <a:srgbClr val="FBAE40"/>
          </p15:clr>
        </p15:guide>
        <p15:guide id="2" pos="4764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6282" y="6892"/>
            <a:ext cx="4916170" cy="6286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rgbClr val="181C1D"/>
                </a:solidFill>
                <a:latin typeface="PMingLiU"/>
                <a:cs typeface="PMingLiU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6237" y="2452179"/>
            <a:ext cx="6772275" cy="70366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58415" y="9915335"/>
            <a:ext cx="2407920" cy="533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6237" y="9915335"/>
            <a:ext cx="1730692" cy="533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17820" y="9915335"/>
            <a:ext cx="1730692" cy="5330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937AE8D-DA60-42A0-528B-73FACD0B9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919" y="3576433"/>
            <a:ext cx="13749863" cy="354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42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3DC305-EB7E-5423-835C-AB9A18EF58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6282" y="6892"/>
            <a:ext cx="4916170" cy="62865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75CAA5-65D8-EF8A-BAD4-1F0B8CDEC29D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376237" y="2452179"/>
            <a:ext cx="6772275" cy="7036689"/>
          </a:xfrm>
        </p:spPr>
        <p:txBody>
          <a:bodyPr/>
          <a:lstStyle/>
          <a:p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8C920CB-D288-C9A5-EA2E-29D23CB78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595" y="3104280"/>
            <a:ext cx="13592508" cy="4484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032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Kenmec Mechanical Engineering Co Ltd (6125) | LinkedIn">
            <a:extLst>
              <a:ext uri="{FF2B5EF4-FFF2-40B4-BE49-F238E27FC236}">
                <a16:creationId xmlns:a16="http://schemas.microsoft.com/office/drawing/2014/main" id="{9F6C8D7D-078D-7ABC-4695-B1ED68D8B8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89" b="30710"/>
          <a:stretch>
            <a:fillRect/>
          </a:stretch>
        </p:blipFill>
        <p:spPr bwMode="auto">
          <a:xfrm>
            <a:off x="1439885" y="2908300"/>
            <a:ext cx="12245931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396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2">
            <a:extLst>
              <a:ext uri="{FF2B5EF4-FFF2-40B4-BE49-F238E27FC236}">
                <a16:creationId xmlns:a16="http://schemas.microsoft.com/office/drawing/2014/main" id="{9C5C243F-A982-0166-68A2-72A835915C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000"/>
          <a:stretch/>
        </p:blipFill>
        <p:spPr>
          <a:xfrm>
            <a:off x="737268" y="3368985"/>
            <a:ext cx="13651163" cy="3955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70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nformation | KRAFTIA CORPORATION | 株式会社 クラフティア">
            <a:extLst>
              <a:ext uri="{FF2B5EF4-FFF2-40B4-BE49-F238E27FC236}">
                <a16:creationId xmlns:a16="http://schemas.microsoft.com/office/drawing/2014/main" id="{5E9F1E41-8D64-5E90-5829-167CAD588B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38" t="32378" r="11818" b="28182"/>
          <a:stretch>
            <a:fillRect/>
          </a:stretch>
        </p:blipFill>
        <p:spPr bwMode="auto">
          <a:xfrm>
            <a:off x="704850" y="3746500"/>
            <a:ext cx="13792200" cy="358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3072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株式会社 正興電機製作所">
            <a:extLst>
              <a:ext uri="{FF2B5EF4-FFF2-40B4-BE49-F238E27FC236}">
                <a16:creationId xmlns:a16="http://schemas.microsoft.com/office/drawing/2014/main" id="{12C513EB-E1BB-7D4D-14EE-1F320C063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73" y="1680998"/>
            <a:ext cx="13943155" cy="7331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073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産学連携機構九州">
            <a:extLst>
              <a:ext uri="{FF2B5EF4-FFF2-40B4-BE49-F238E27FC236}">
                <a16:creationId xmlns:a16="http://schemas.microsoft.com/office/drawing/2014/main" id="{E8A15931-085B-0089-7E1D-B767C711A3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49" r="8711"/>
          <a:stretch>
            <a:fillRect/>
          </a:stretch>
        </p:blipFill>
        <p:spPr bwMode="auto">
          <a:xfrm>
            <a:off x="704849" y="2594133"/>
            <a:ext cx="14097001" cy="5505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2102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0</Words>
  <Application>Microsoft Office PowerPoint</Application>
  <PresentationFormat>ユーザー設定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0" baseType="lpstr">
      <vt:lpstr>PMingLiU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幸太郎小坂</dc:creator>
  <cp:lastModifiedBy>小坂 幸太郎</cp:lastModifiedBy>
  <cp:revision>1</cp:revision>
  <dcterms:created xsi:type="dcterms:W3CDTF">2025-10-23T23:16:34Z</dcterms:created>
  <dcterms:modified xsi:type="dcterms:W3CDTF">2025-10-24T00:10:04Z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2024-05-30T00:00:00Z</vt:filetime>
  </property>
  <property fmtid="{D5CDD505-2E9C-101B-9397-08002B2CF9AE}" pid="3" name="Creator">
    <vt:lpwstr>Adobe Acrobat Standard 2017 17.12.30262</vt:lpwstr>
  </property>
  <property fmtid="{D5CDD505-2E9C-101B-9397-08002B2CF9AE}" pid="4" name="LastSaved">
    <vt:filetime>2025-10-23T00:00:00Z</vt:filetime>
  </property>
  <property fmtid="{D5CDD505-2E9C-101B-9397-08002B2CF9AE}" pid="5" name="Producer">
    <vt:lpwstr>Adobe Acrobat Standard 2017 17.12.30262</vt:lpwstr>
  </property>
</Properties>
</file>